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9" r:id="rId2"/>
    <p:sldId id="257" r:id="rId3"/>
    <p:sldId id="258" r:id="rId4"/>
    <p:sldId id="260" r:id="rId5"/>
    <p:sldId id="261" r:id="rId6"/>
    <p:sldId id="283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84" r:id="rId16"/>
    <p:sldId id="285" r:id="rId17"/>
    <p:sldId id="286" r:id="rId18"/>
    <p:sldId id="271" r:id="rId19"/>
    <p:sldId id="272" r:id="rId20"/>
    <p:sldId id="273" r:id="rId21"/>
    <p:sldId id="274" r:id="rId22"/>
    <p:sldId id="275" r:id="rId23"/>
    <p:sldId id="276" r:id="rId24"/>
    <p:sldId id="288" r:id="rId25"/>
    <p:sldId id="289" r:id="rId26"/>
    <p:sldId id="308" r:id="rId27"/>
    <p:sldId id="309" r:id="rId28"/>
    <p:sldId id="310" r:id="rId29"/>
    <p:sldId id="311" r:id="rId30"/>
    <p:sldId id="316" r:id="rId31"/>
    <p:sldId id="317" r:id="rId32"/>
    <p:sldId id="318" r:id="rId33"/>
    <p:sldId id="319" r:id="rId34"/>
    <p:sldId id="320" r:id="rId35"/>
    <p:sldId id="322" r:id="rId36"/>
    <p:sldId id="330" r:id="rId37"/>
    <p:sldId id="323" r:id="rId38"/>
    <p:sldId id="324" r:id="rId39"/>
    <p:sldId id="326" r:id="rId40"/>
    <p:sldId id="327" r:id="rId41"/>
    <p:sldId id="328" r:id="rId42"/>
    <p:sldId id="329" r:id="rId43"/>
    <p:sldId id="278" r:id="rId44"/>
    <p:sldId id="297" r:id="rId45"/>
    <p:sldId id="296" r:id="rId46"/>
    <p:sldId id="321" r:id="rId47"/>
    <p:sldId id="279" r:id="rId48"/>
    <p:sldId id="290" r:id="rId49"/>
    <p:sldId id="291" r:id="rId50"/>
    <p:sldId id="295" r:id="rId51"/>
    <p:sldId id="312" r:id="rId52"/>
    <p:sldId id="313" r:id="rId53"/>
    <p:sldId id="314" r:id="rId54"/>
    <p:sldId id="315" r:id="rId55"/>
    <p:sldId id="280" r:id="rId56"/>
    <p:sldId id="281" r:id="rId57"/>
    <p:sldId id="282" r:id="rId58"/>
    <p:sldId id="292" r:id="rId59"/>
    <p:sldId id="293" r:id="rId60"/>
    <p:sldId id="294" r:id="rId61"/>
    <p:sldId id="303" r:id="rId62"/>
    <p:sldId id="305" r:id="rId63"/>
    <p:sldId id="306" r:id="rId64"/>
    <p:sldId id="307" r:id="rId65"/>
    <p:sldId id="331" r:id="rId66"/>
    <p:sldId id="332" r:id="rId67"/>
    <p:sldId id="333" r:id="rId68"/>
    <p:sldId id="334" r:id="rId69"/>
    <p:sldId id="335" r:id="rId70"/>
    <p:sldId id="336" r:id="rId71"/>
    <p:sldId id="340" r:id="rId72"/>
    <p:sldId id="337" r:id="rId73"/>
    <p:sldId id="338" r:id="rId74"/>
    <p:sldId id="339" r:id="rId75"/>
    <p:sldId id="341" r:id="rId76"/>
    <p:sldId id="342" r:id="rId77"/>
    <p:sldId id="343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94660"/>
  </p:normalViewPr>
  <p:slideViewPr>
    <p:cSldViewPr snapToGrid="0">
      <p:cViewPr varScale="1">
        <p:scale>
          <a:sx n="66" d="100"/>
          <a:sy n="66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770AC-EFC3-4FA1-8B52-8AFD9ACCAB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69E82-40C2-442D-984F-F137378799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07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E69E82-40C2-442D-984F-F137378799A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81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AE1F-5F93-4863-8B47-B0C256ADAE5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78AF9-B76D-4094-905E-307556BD4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2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AE1F-5F93-4863-8B47-B0C256ADAE5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78AF9-B76D-4094-905E-307556BD4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50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AE1F-5F93-4863-8B47-B0C256ADAE5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78AF9-B76D-4094-905E-307556BD4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19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AE1F-5F93-4863-8B47-B0C256ADAE5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78AF9-B76D-4094-905E-307556BD4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1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AE1F-5F93-4863-8B47-B0C256ADAE5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78AF9-B76D-4094-905E-307556BD4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74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AE1F-5F93-4863-8B47-B0C256ADAE5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78AF9-B76D-4094-905E-307556BD4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54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AE1F-5F93-4863-8B47-B0C256ADAE5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78AF9-B76D-4094-905E-307556BD4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9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AE1F-5F93-4863-8B47-B0C256ADAE5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78AF9-B76D-4094-905E-307556BD4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4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AE1F-5F93-4863-8B47-B0C256ADAE5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78AF9-B76D-4094-905E-307556BD4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91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AE1F-5F93-4863-8B47-B0C256ADAE5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78AF9-B76D-4094-905E-307556BD4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82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CAE1F-5F93-4863-8B47-B0C256ADAE5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78AF9-B76D-4094-905E-307556BD4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90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CAE1F-5F93-4863-8B47-B0C256ADAE55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78AF9-B76D-4094-905E-307556BD45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46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5175" y="2580358"/>
            <a:ext cx="734380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0" lang="en-US" sz="4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&amp; Destructor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4637" y="1415532"/>
            <a:ext cx="85043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Unit- </a:t>
            </a:r>
            <a:r>
              <a:rPr kumimoji="0" lang="en-US" sz="4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II</a:t>
            </a:r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06770" y="5431808"/>
            <a:ext cx="3821373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Dr. Amit J. </a:t>
            </a:r>
            <a:r>
              <a:rPr lang="en-US" sz="2800" b="1" dirty="0" err="1">
                <a:solidFill>
                  <a:srgbClr val="002060"/>
                </a:solidFill>
              </a:rPr>
              <a:t>Chinchawade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07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761" y="160774"/>
            <a:ext cx="25955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67640" y="961855"/>
            <a:ext cx="1190244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constructor is a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member function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class that is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initialize the objects of that class. 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called when an object is created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purpose of a constructor is to give initial values to the data members of an object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constructor has the 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name as the class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constructor 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have a return type, not even void.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a constructor different from an ordinary member function.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ordinary function may have a return type, but a constructor never has one.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example, if the class name is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constructor must also be named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76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9281" y="370505"/>
            <a:ext cx="1091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</p:txBody>
      </p:sp>
      <p:sp>
        <p:nvSpPr>
          <p:cNvPr id="5" name="Rectangle 4"/>
          <p:cNvSpPr/>
          <p:nvPr/>
        </p:nvSpPr>
        <p:spPr>
          <a:xfrm>
            <a:off x="2409371" y="1512225"/>
            <a:ext cx="3918857" cy="3416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initialization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9018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74320" y="131029"/>
            <a:ext cx="6172200" cy="674030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101;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display()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"Roll No = 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51320" y="131029"/>
            <a:ext cx="5013960" cy="3046988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s1;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8014" y="4583277"/>
            <a:ext cx="1955985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 No = 101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61845" y="3826609"/>
            <a:ext cx="981359" cy="40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52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171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38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678254"/>
              </p:ext>
            </p:extLst>
          </p:nvPr>
        </p:nvGraphicFramePr>
        <p:xfrm>
          <a:off x="281224" y="336415"/>
          <a:ext cx="11547918" cy="573793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41062">
                  <a:extLst>
                    <a:ext uri="{9D8B030D-6E8A-4147-A177-3AD203B41FA5}">
                      <a16:colId xmlns:a16="http://schemas.microsoft.com/office/drawing/2014/main" val="2094453891"/>
                    </a:ext>
                  </a:extLst>
                </a:gridCol>
                <a:gridCol w="4383314">
                  <a:extLst>
                    <a:ext uri="{9D8B030D-6E8A-4147-A177-3AD203B41FA5}">
                      <a16:colId xmlns:a16="http://schemas.microsoft.com/office/drawing/2014/main" val="3157713187"/>
                    </a:ext>
                  </a:extLst>
                </a:gridCol>
                <a:gridCol w="5123542">
                  <a:extLst>
                    <a:ext uri="{9D8B030D-6E8A-4147-A177-3AD203B41FA5}">
                      <a16:colId xmlns:a16="http://schemas.microsoft.com/office/drawing/2014/main" val="2722741843"/>
                    </a:ext>
                  </a:extLst>
                </a:gridCol>
              </a:tblGrid>
              <a:tr h="428052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Constructor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Member Function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56097"/>
                  </a:ext>
                </a:extLst>
              </a:tr>
              <a:tr h="751423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initialize an object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perform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operations on an object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435292"/>
                  </a:ext>
                </a:extLst>
              </a:tr>
              <a:tr h="751423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 have the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 name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 the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have any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 name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480196"/>
                  </a:ext>
                </a:extLst>
              </a:tr>
              <a:tr h="751423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type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return type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not even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void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have a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type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such as 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float, string, or void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9128"/>
                  </a:ext>
                </a:extLst>
              </a:tr>
              <a:tr h="751423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Calling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Called automatically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an object is created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called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explicitly using the object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939075"/>
                  </a:ext>
                </a:extLst>
              </a:tr>
              <a:tr h="696660">
                <a:tc>
                  <a:txBody>
                    <a:bodyPr/>
                    <a:lstStyle/>
                    <a:p>
                      <a:r>
                        <a:rPr lang="en-US" sz="20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Execution</a:t>
                      </a:r>
                      <a:r>
                        <a:rPr lang="en-US" sz="20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the time of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 creation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Whenever the 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programmer calls it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945935"/>
                  </a:ext>
                </a:extLst>
              </a:tr>
              <a:tr h="751423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Invocation/Call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s1; </a:t>
                      </a:r>
                      <a:endPara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automatically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calls Student()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s1.display(); </a:t>
                      </a:r>
                      <a:endPara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explicitly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calls display()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094646"/>
                  </a:ext>
                </a:extLst>
              </a:tr>
              <a:tr h="428052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value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return a value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return a value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948820"/>
                  </a:ext>
                </a:extLst>
              </a:tr>
              <a:tr h="428052"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Student()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display()</a:t>
                      </a:r>
                    </a:p>
                  </a:txBody>
                  <a:tcPr marL="69069" marR="69069" marT="34534" marB="34534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811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35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976" y="167305"/>
            <a:ext cx="65203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for Writing a Constructor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971" y="907534"/>
            <a:ext cx="7757252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1: Constructor name must be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as the class 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2826" y="1647763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class is: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5018" y="2109428"/>
            <a:ext cx="19046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826" y="3026620"/>
            <a:ext cx="31470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constructor must be: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53748" y="4025260"/>
            <a:ext cx="1329210" cy="461665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0578" y="2846978"/>
            <a:ext cx="7312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6767" y="4009466"/>
            <a:ext cx="2061783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createStudent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999" y="3979654"/>
            <a:ext cx="1277914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student()</a:t>
            </a:r>
          </a:p>
        </p:txBody>
      </p:sp>
    </p:spTree>
    <p:extLst>
      <p:ext uri="{BB962C8B-B14F-4D97-AF65-F5344CB8AC3E}">
        <p14:creationId xmlns:p14="http://schemas.microsoft.com/office/powerpoint/2010/main" val="171437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8239" y="297934"/>
            <a:ext cx="6008376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2: Constructor does not have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return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8239" y="1270391"/>
            <a:ext cx="34987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constructor is written as:</a:t>
            </a:r>
          </a:p>
        </p:txBody>
      </p:sp>
      <p:sp>
        <p:nvSpPr>
          <p:cNvPr id="6" name="Rectangle 5"/>
          <p:cNvSpPr/>
          <p:nvPr/>
        </p:nvSpPr>
        <p:spPr>
          <a:xfrm>
            <a:off x="1537439" y="2150515"/>
            <a:ext cx="1329210" cy="461665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988653" y="1270391"/>
            <a:ext cx="7312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Not:</a:t>
            </a:r>
          </a:p>
        </p:txBody>
      </p:sp>
      <p:sp>
        <p:nvSpPr>
          <p:cNvPr id="8" name="Rectangle 7"/>
          <p:cNvSpPr/>
          <p:nvPr/>
        </p:nvSpPr>
        <p:spPr>
          <a:xfrm>
            <a:off x="5918703" y="2242848"/>
            <a:ext cx="1952779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Student()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42958" y="2242848"/>
            <a:ext cx="1729961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2" y="3181367"/>
            <a:ext cx="4347054" cy="34163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"Constructor";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15245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4770" y="297934"/>
            <a:ext cx="8836906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3: Constructor is automatically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an object is created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6362" y="1009134"/>
            <a:ext cx="21483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write: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2090093" y="1720334"/>
            <a:ext cx="15600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s1;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189" y="2431534"/>
            <a:ext cx="32079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automatically calls:</a:t>
            </a:r>
          </a:p>
        </p:txBody>
      </p:sp>
      <p:sp>
        <p:nvSpPr>
          <p:cNvPr id="8" name="Rectangle 7"/>
          <p:cNvSpPr/>
          <p:nvPr/>
        </p:nvSpPr>
        <p:spPr>
          <a:xfrm>
            <a:off x="2090093" y="3331420"/>
            <a:ext cx="1329210" cy="461665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7297674" y="2431534"/>
            <a:ext cx="20596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don't write: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92050" y="3331420"/>
            <a:ext cx="1765227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s1.Student();</a:t>
            </a:r>
          </a:p>
        </p:txBody>
      </p:sp>
    </p:spTree>
    <p:extLst>
      <p:ext uri="{BB962C8B-B14F-4D97-AF65-F5344CB8AC3E}">
        <p14:creationId xmlns:p14="http://schemas.microsoft.com/office/powerpoint/2010/main" val="425621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4217" y="283419"/>
            <a:ext cx="729558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4: Constructor is usually placed in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228" y="1149367"/>
            <a:ext cx="4296229" cy="34163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Student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constructor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7" name="Rectangle 6"/>
          <p:cNvSpPr/>
          <p:nvPr/>
        </p:nvSpPr>
        <p:spPr>
          <a:xfrm>
            <a:off x="551542" y="5145706"/>
            <a:ext cx="5448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objects to be created normally.</a:t>
            </a:r>
          </a:p>
        </p:txBody>
      </p:sp>
    </p:spTree>
    <p:extLst>
      <p:ext uri="{BB962C8B-B14F-4D97-AF65-F5344CB8AC3E}">
        <p14:creationId xmlns:p14="http://schemas.microsoft.com/office/powerpoint/2010/main" val="2759671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2858" y="316421"/>
            <a:ext cx="4484913" cy="581697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101;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"Rohan";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dirty="0" smtClean="0"/>
          </a:p>
          <a:p>
            <a:r>
              <a:rPr lang="en-US" dirty="0" smtClean="0"/>
              <a:t>   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41257" y="454919"/>
            <a:ext cx="6096000" cy="563231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"Roll No = 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 = " &lt;&lt; name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s1;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254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36800" y="1828577"/>
            <a:ext cx="2612571" cy="8309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 = 101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Rohan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0751" y="501135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91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9314" y="234752"/>
            <a:ext cx="4818743" cy="637097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"Enter Roll No: ";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"Enter Name: ";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name;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 smtClean="0"/>
          </a:p>
        </p:txBody>
      </p:sp>
      <p:sp>
        <p:nvSpPr>
          <p:cNvPr id="5" name="Rectangle 4"/>
          <p:cNvSpPr/>
          <p:nvPr/>
        </p:nvSpPr>
        <p:spPr>
          <a:xfrm>
            <a:off x="5892800" y="234752"/>
            <a:ext cx="6096000" cy="563231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dirty="0" smtClean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nRoll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= 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 = " &lt;&lt; name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Student s1;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816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81942" y="1282451"/>
            <a:ext cx="2946400" cy="19389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Roll No: 101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Name: Rohan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 = 101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Rohan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71722" y="457592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85608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1256" y="226880"/>
            <a:ext cx="4499429" cy="637097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salary;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1001;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"Rahul";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salary = 35000;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23543" y="226879"/>
            <a:ext cx="6502399" cy="6001643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"Employee ID: 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"Name: " &lt;&lt; name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"Salary: " &lt;&lt; salary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e1;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e1.display();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510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1722" y="457592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2394858" y="1327221"/>
            <a:ext cx="301897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ID: 1001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Rahul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Salary: 35000</a:t>
            </a:r>
          </a:p>
        </p:txBody>
      </p:sp>
    </p:spTree>
    <p:extLst>
      <p:ext uri="{BB962C8B-B14F-4D97-AF65-F5344CB8AC3E}">
        <p14:creationId xmlns:p14="http://schemas.microsoft.com/office/powerpoint/2010/main" val="7733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5773" y="185793"/>
            <a:ext cx="3433938" cy="590931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Rectangle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length;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width;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Rectangle()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length = 10;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width = 5;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86514" y="185793"/>
            <a:ext cx="6836229" cy="5262979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area()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"Area = " &lt;&lt; length * width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Rectangle r1;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r1.area();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5522693" y="6095103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8374743" y="6095102"/>
            <a:ext cx="1417376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= 50</a:t>
            </a:r>
          </a:p>
        </p:txBody>
      </p:sp>
    </p:spTree>
    <p:extLst>
      <p:ext uri="{BB962C8B-B14F-4D97-AF65-F5344CB8AC3E}">
        <p14:creationId xmlns:p14="http://schemas.microsoft.com/office/powerpoint/2010/main" val="394632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2913" y="399534"/>
            <a:ext cx="45362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Constructors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2913" y="1366268"/>
            <a:ext cx="3151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Default Constructor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2913" y="1945136"/>
            <a:ext cx="1159691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default constructor is a constructor that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take any arguments. 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 an object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predefined or default values. 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is created without passing any values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constructor is automatically called.</a:t>
            </a:r>
          </a:p>
        </p:txBody>
      </p:sp>
    </p:spTree>
    <p:extLst>
      <p:ext uri="{BB962C8B-B14F-4D97-AF65-F5344CB8AC3E}">
        <p14:creationId xmlns:p14="http://schemas.microsoft.com/office/powerpoint/2010/main" val="146331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0915" y="410420"/>
            <a:ext cx="4325256" cy="4801314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Student()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101;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138057" y="410420"/>
            <a:ext cx="5268686" cy="489364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"Roll No: 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s1;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7321425" y="5871420"/>
            <a:ext cx="1790875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101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2693" y="5871420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37504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7372" y="506551"/>
            <a:ext cx="1078411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default constructor.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s1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executed, the constructor is automatically called and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initialized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101.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default constructor takes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arguments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37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38627" y="463007"/>
            <a:ext cx="1090022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Parameterized 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constructor is a constructor that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accepts one or more arguments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when we want to initialize different objects with different values.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 are passed at the time of object creation.</a:t>
            </a:r>
          </a:p>
        </p:txBody>
      </p:sp>
    </p:spTree>
    <p:extLst>
      <p:ext uri="{BB962C8B-B14F-4D97-AF65-F5344CB8AC3E}">
        <p14:creationId xmlns:p14="http://schemas.microsoft.com/office/powerpoint/2010/main" val="26660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6114" y="170051"/>
            <a:ext cx="4267200" cy="581697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r, string n)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r;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n;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dirty="0"/>
          </a:p>
          <a:p>
            <a:r>
              <a:rPr lang="en-US" dirty="0"/>
              <a:t>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5065486" y="170051"/>
            <a:ext cx="6096000" cy="637097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"Roll No: 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"Name: " &lt;&lt; name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s1(101,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“Raj");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s2(102, "Rahul");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s1.display();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s2.display();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405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3827" y="266451"/>
            <a:ext cx="1042125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Student(</a:t>
            </a:r>
            <a:r>
              <a:rPr lang="en-US" sz="24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r, string n)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parameterized constructor.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Student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s1(101,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“Raj");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 101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“Raj"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constructor.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Student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s2(102, "Rahul");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initializes the second object with different values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parameterized constructor takes one or more arguments.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937828" y="4497979"/>
            <a:ext cx="2598058" cy="19389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101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Raj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102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Rahul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82465" y="4839456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15786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9657" y="0"/>
            <a:ext cx="5326743" cy="674030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brand;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model;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price;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Parameterized Constructor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Mobile(string b, string m, float p)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brand = b;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model = m;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price = p;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31543" y="150626"/>
            <a:ext cx="6096000" cy="3046988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"Brand: " &lt;&lt; brand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"Model: " &lt;&lt; model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"Price: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 &lt;&lt; price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63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3198" y="176641"/>
            <a:ext cx="6473373" cy="489364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m1("OnePlus", "Nord CE5", 24999);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m2("Samsung", "Galaxy M56", 23999);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"Mobile 1:"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m1.display();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nMobile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m2.display();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8839199" y="1512225"/>
            <a:ext cx="2873829" cy="3416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1: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Brand: OnePlus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Nord CE5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24999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2: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Brand: Samsung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Model: Galaxy M56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23999</a:t>
            </a:r>
          </a:p>
        </p:txBody>
      </p:sp>
      <p:sp>
        <p:nvSpPr>
          <p:cNvPr id="6" name="Rectangle 5"/>
          <p:cNvSpPr/>
          <p:nvPr/>
        </p:nvSpPr>
        <p:spPr>
          <a:xfrm>
            <a:off x="7238351" y="456142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78148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5122"/>
            <a:ext cx="5181600" cy="674030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balance;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Parameterized Constructor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string n, float b)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n;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balance = b;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12228" y="45122"/>
            <a:ext cx="6734629" cy="6001643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"Account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"Account Holder: " &lt;&lt; name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"Balance: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 &lt;&lt; balance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b1(1001,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“Ram",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25000);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b1.display();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669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6229" y="1704592"/>
            <a:ext cx="346891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Holder: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25000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268513" y="638406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429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06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6115" y="137340"/>
            <a:ext cx="4484914" cy="655564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title;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author;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price;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Parameterized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</a:p>
          <a:p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Book(</a:t>
            </a:r>
            <a:r>
              <a:rPr lang="en-US" sz="21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id, string t, string a, float p)</a:t>
            </a:r>
          </a:p>
          <a:p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id;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title = t;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author = a;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price = p;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   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31657" y="137340"/>
            <a:ext cx="7358743" cy="558614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"Book ID: " &lt;&lt;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bookId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"Title: " &lt;&lt; title &lt;&lt;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"Author: " &lt;&lt; author &lt;&lt;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"Price: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 &lt;&lt; price &lt;&lt;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 b1(101, "C++ Programming", "</a:t>
            </a:r>
            <a:r>
              <a:rPr lang="en-US" sz="2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Balguruswamy</a:t>
            </a:r>
            <a:r>
              <a:rPr lang="en-US" sz="2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450);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b1.display();</a:t>
            </a:r>
          </a:p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0787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67542" y="1638665"/>
            <a:ext cx="3628571" cy="15696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ID: 101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C++ Programming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Balguruswamy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450</a:t>
            </a:r>
          </a:p>
        </p:txBody>
      </p:sp>
      <p:sp>
        <p:nvSpPr>
          <p:cNvPr id="5" name="Rectangle 4"/>
          <p:cNvSpPr/>
          <p:nvPr/>
        </p:nvSpPr>
        <p:spPr>
          <a:xfrm>
            <a:off x="268513" y="638406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8942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6058" y="1479007"/>
            <a:ext cx="1123405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1.Explain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with Syntax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2.Explain Default and Parameterized Constructor with Example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3.Create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and Parameterized Constructor Constructors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Employee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624" y="501134"/>
            <a:ext cx="26035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 No.- 4</a:t>
            </a:r>
          </a:p>
        </p:txBody>
      </p:sp>
    </p:spTree>
    <p:extLst>
      <p:ext uri="{BB962C8B-B14F-4D97-AF65-F5344CB8AC3E}">
        <p14:creationId xmlns:p14="http://schemas.microsoft.com/office/powerpoint/2010/main" val="2723120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83200" y="109248"/>
            <a:ext cx="4932761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Constructor – Employee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63831" y="109248"/>
            <a:ext cx="3617883" cy="674030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salary;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Default Constructor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1001;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"Rahul";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salary = 35000;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45980" y="847522"/>
            <a:ext cx="6807200" cy="6001643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"Employee ID: 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"Name: " &lt;&lt; name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"Salary: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 &lt;&lt; salary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e1;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e1.display();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360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8523" y="297934"/>
            <a:ext cx="1039067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268523" y="1094992"/>
            <a:ext cx="298267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ID: 1001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Rahul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35000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714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05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6742" y="146439"/>
            <a:ext cx="4775201" cy="674030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salary;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Parameterized Constructor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Employee(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id, string n, float 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id;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n;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salary = s;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196114" y="885103"/>
            <a:ext cx="6691085" cy="6001643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"Employee ID: 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"Name: " &lt;&lt; name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"Salary: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 &lt;&lt; salary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e1(1001, "Rahul", 35000);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e1.display();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5568076" y="146439"/>
            <a:ext cx="5767926" cy="461665"/>
          </a:xfrm>
          <a:prstGeom prst="rect">
            <a:avLst/>
          </a:prstGeom>
          <a:solidFill>
            <a:schemeClr val="accent4"/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Constructor – Employee Class</a:t>
            </a:r>
          </a:p>
        </p:txBody>
      </p:sp>
    </p:spTree>
    <p:extLst>
      <p:ext uri="{BB962C8B-B14F-4D97-AF65-F5344CB8AC3E}">
        <p14:creationId xmlns:p14="http://schemas.microsoft.com/office/powerpoint/2010/main" val="363650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95086" y="1109506"/>
            <a:ext cx="319314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ID: 1001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Rahul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35000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268523" y="297934"/>
            <a:ext cx="1039067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371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58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0913" y="1065963"/>
            <a:ext cx="1130662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copy constructor is a special constructor used to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object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copying the values of an existing object of the same class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a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object is created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an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object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members of the existing object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object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do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write a copy constructor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 provides one automatically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compiler-provided copy constructor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member-wise copying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0913" y="399534"/>
            <a:ext cx="2879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Copy Constructor</a:t>
            </a:r>
          </a:p>
        </p:txBody>
      </p:sp>
    </p:spTree>
    <p:extLst>
      <p:ext uri="{BB962C8B-B14F-4D97-AF65-F5344CB8AC3E}">
        <p14:creationId xmlns:p14="http://schemas.microsoft.com/office/powerpoint/2010/main" val="1814296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805917" y="1575192"/>
            <a:ext cx="2039341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s2(s1);</a:t>
            </a:r>
          </a:p>
        </p:txBody>
      </p:sp>
    </p:spTree>
    <p:extLst>
      <p:ext uri="{BB962C8B-B14F-4D97-AF65-F5344CB8AC3E}">
        <p14:creationId xmlns:p14="http://schemas.microsoft.com/office/powerpoint/2010/main" val="26685221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1231" y="631763"/>
            <a:ext cx="61385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 Default / Implicit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913" y="1311479"/>
            <a:ext cx="1139371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implicit copy constructor is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copy constructor that is automatically provided by the C++ compiler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programmer does not explicitly define a copy constructor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create a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object by copying the data members of an existing object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same class</a:t>
            </a:r>
          </a:p>
        </p:txBody>
      </p:sp>
    </p:spTree>
    <p:extLst>
      <p:ext uri="{BB962C8B-B14F-4D97-AF65-F5344CB8AC3E}">
        <p14:creationId xmlns:p14="http://schemas.microsoft.com/office/powerpoint/2010/main" val="8612247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0630" y="117693"/>
            <a:ext cx="3483428" cy="341632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public: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59200" y="117693"/>
            <a:ext cx="6807200" cy="674030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Creating an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 object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s1.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“s1-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&lt;&lt;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s1.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Creating another object using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s2(s1);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“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s2-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 &lt;&lt;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s2. </a:t>
            </a: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551" y="3984563"/>
            <a:ext cx="1039067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852" y="4896778"/>
            <a:ext cx="2076209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10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7230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6115" y="125281"/>
            <a:ext cx="3178629" cy="4431983"/>
          </a:xfrm>
          <a:prstGeom prst="rect">
            <a:avLst/>
          </a:prstGeom>
          <a:ln w="31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&lt;string&gt;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marks;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468913" y="125281"/>
            <a:ext cx="5820229" cy="563231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s1;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s1.rollNo = 101;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s1.name = "Rahul";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s1.marks = 88.5;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s2(s1);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"Original Student"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"Roll No = " &lt;&lt; s1.rollNo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 = " &lt;&lt; s1.name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"Marks = " &lt;&lt; s1.marks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1299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0915" y="275887"/>
            <a:ext cx="6096000" cy="2677656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spAutoFit/>
          </a:bodyPr>
          <a:lstStyle/>
          <a:p>
            <a:pPr lvl="0"/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"\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nCopied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Student" &lt;&lt;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0"/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"Roll No = " &lt;&lt; s2.rollNo &lt;&lt;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0"/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 = " &lt;&lt; s2.name &lt;&lt;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0"/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&lt;&lt; "Marks = " &lt;&lt; s2.marks &lt;&lt; </a:t>
            </a:r>
            <a:r>
              <a:rPr lang="en-US" sz="2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0"/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lvl="0"/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432801" y="2953543"/>
            <a:ext cx="3135085" cy="3416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Student</a:t>
            </a:r>
          </a:p>
          <a:p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 = 101</a:t>
            </a:r>
          </a:p>
          <a:p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Rahul</a:t>
            </a:r>
          </a:p>
          <a:p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= 88.5</a:t>
            </a:r>
          </a:p>
          <a:p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Copied Student</a:t>
            </a:r>
          </a:p>
          <a:p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 No = 101</a:t>
            </a:r>
          </a:p>
          <a:p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Rahul</a:t>
            </a:r>
          </a:p>
          <a:p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= 88.5</a:t>
            </a:r>
          </a:p>
        </p:txBody>
      </p:sp>
      <p:sp>
        <p:nvSpPr>
          <p:cNvPr id="6" name="Rectangle 5"/>
          <p:cNvSpPr/>
          <p:nvPr/>
        </p:nvSpPr>
        <p:spPr>
          <a:xfrm>
            <a:off x="9480809" y="1821935"/>
            <a:ext cx="1039067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578764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7370" y="325735"/>
            <a:ext cx="1149531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User Defined / explicit Copy </a:t>
            </a:r>
            <a:r>
              <a:rPr lang="en-US" sz="2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</a:p>
          <a:p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explicit copy constructor is a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defined explicitly by the programmer inside the class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create a new object by copying the data of an existing object of the same class.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a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to an object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class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its argument.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5085" y="3690004"/>
            <a:ext cx="987771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</p:txBody>
      </p:sp>
      <p:sp>
        <p:nvSpPr>
          <p:cNvPr id="6" name="Rectangle 5"/>
          <p:cNvSpPr/>
          <p:nvPr/>
        </p:nvSpPr>
        <p:spPr>
          <a:xfrm>
            <a:off x="3468914" y="4468950"/>
            <a:ext cx="6096000" cy="15696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&amp;object)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copy values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145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6114" y="0"/>
            <a:ext cx="5021943" cy="681725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Default constructor    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3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Student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   </a:t>
            </a:r>
            <a:endParaRPr lang="en-US" sz="23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{   </a:t>
            </a:r>
          </a:p>
          <a:p>
            <a:r>
              <a:rPr lang="en-US" sz="23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copy constructor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Student(</a:t>
            </a:r>
            <a:r>
              <a:rPr lang="en-US" sz="23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 &amp;s)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s.rollNo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sz="2300" dirty="0"/>
          </a:p>
        </p:txBody>
      </p:sp>
      <p:sp>
        <p:nvSpPr>
          <p:cNvPr id="5" name="Rectangle 4"/>
          <p:cNvSpPr/>
          <p:nvPr/>
        </p:nvSpPr>
        <p:spPr>
          <a:xfrm>
            <a:off x="5399315" y="101600"/>
            <a:ext cx="5805714" cy="5755422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Creating the first object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s1;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s1.rollNo = 10;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"s1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 &lt;&lt; s1.rollNo &lt;&lt;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Creating s2 by copying s1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s2(s1);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"s2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 &lt;&lt; s2.rollNo &lt;&lt;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908556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1258" y="129664"/>
            <a:ext cx="4601028" cy="637097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r;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Student &amp;s)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0629" y="157114"/>
            <a:ext cx="6096000" cy="6001643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"Roll No: 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s1(101);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 s2(s1);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s1.display();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s2.display();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581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107359" y="1212334"/>
            <a:ext cx="1790875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101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101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87826" y="333606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94994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38629" y="666699"/>
            <a:ext cx="97681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 object cannot be modified through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629" y="1181550"/>
            <a:ext cx="114227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copy constructor is supposed to read/copy the original object's data, not change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8629" y="1696401"/>
            <a:ext cx="107202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&amp;s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means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reference-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create another copy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object.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simply provides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another name/reference to the existing object.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3698" y="94793"/>
            <a:ext cx="3430747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&amp;s)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9946" y="3073960"/>
            <a:ext cx="8681425" cy="28623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Student → Constructor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→ Object's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class/type</a:t>
            </a:r>
          </a:p>
          <a:p>
            <a:pPr>
              <a:lnSpc>
                <a:spcPct val="150000"/>
              </a:lnSpc>
            </a:pP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Original object cannot be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modified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object by reference, avoiding another</a:t>
            </a:r>
            <a:r>
              <a:rPr lang="en-US" sz="2400" dirty="0"/>
              <a:t> 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opy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Reference 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3073960"/>
            <a:ext cx="3430747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&amp;s)</a:t>
            </a:r>
          </a:p>
        </p:txBody>
      </p:sp>
    </p:spTree>
    <p:extLst>
      <p:ext uri="{BB962C8B-B14F-4D97-AF65-F5344CB8AC3E}">
        <p14:creationId xmlns:p14="http://schemas.microsoft.com/office/powerpoint/2010/main" val="310823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249" y="0"/>
            <a:ext cx="5488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49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5770" y="259807"/>
            <a:ext cx="1075508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s2(s1); 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 by copying the value of s1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objects contain the same roll number</a:t>
            </a:r>
            <a:r>
              <a:rPr lang="en-US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 creates a new object by copying an existing object.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29714" y="5050749"/>
            <a:ext cx="2409372" cy="8309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101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101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53312" y="5050749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72640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37029" y="165087"/>
            <a:ext cx="4630057" cy="637097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title;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price;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Parameterized Constructor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Book(string t, float p)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title = 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price = p;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73486" y="165087"/>
            <a:ext cx="6096000" cy="5262979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Copy Constructor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Book &amp;b)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title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b.title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price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b.price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display()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"Book Title: " &lt;&lt; title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"Price: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 &lt;&lt; price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79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22515" y="332885"/>
            <a:ext cx="6096000" cy="563231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 b1("C++ Programming", 450);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Copy Constructor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Book b2(b1);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"Original Book:"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b1.display();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nCopied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Book:"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b2.display();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8636000" y="1847282"/>
            <a:ext cx="2902857" cy="34163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Book: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Title: C++ Programming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450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Copied Book: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Title: C++ Programming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450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9541" y="594863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3190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90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1600" y="106361"/>
            <a:ext cx="4702629" cy="6524863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endParaRPr 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accountNo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balance;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Parameterized Constructor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no, string n, float b)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accountNo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n;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balance = b;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  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49369" y="106361"/>
            <a:ext cx="7010401" cy="584775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Copy Constructor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&amp;account)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accountNo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account.accountNo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account.name;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balance =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account.balance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Display Function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display()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"Account Number: " &lt;&lt;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accountNo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"Customer Name: " &lt;&lt; name &lt;&lt;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"Balance: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 &lt;&lt; balance &lt;&lt;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416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8685" y="165358"/>
            <a:ext cx="6255658" cy="550920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Original Bank Account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account1(1001, "Rahul", 25000);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Copy of account1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account2 </a:t>
            </a:r>
            <a:r>
              <a:rPr 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(account1);</a:t>
            </a:r>
            <a:endParaRPr 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"Original Account:" &lt;&lt;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account1.display();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nCopied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Account:" &lt;&lt;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account2.display();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7663543" y="1744453"/>
            <a:ext cx="3178628" cy="31393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Account: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Number: 1001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Name: Rahul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25000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Copied Account: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Number: 1001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Name: Rahul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25000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9541" y="594863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2856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0628" y="-5417"/>
            <a:ext cx="4949371" cy="686341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disease;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Patient(</a:t>
            </a:r>
            <a:r>
              <a:rPr lang="en-US" sz="22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id, string n, </a:t>
            </a:r>
            <a:r>
              <a:rPr 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a, string d)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id;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n;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age = a;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disease = d;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 smtClean="0"/>
              <a:t>  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283199" y="102896"/>
            <a:ext cx="6241143" cy="6463308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Copy Constructor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Patient(</a:t>
            </a:r>
            <a:r>
              <a:rPr lang="en-US" sz="2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Patient &amp;p)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p.patientId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p.name;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age =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p.age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disease =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p.disease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Display Function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display()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"Patient ID: " &lt;&lt;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"Name: " &lt;&lt; name &lt;&lt;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"Age: " &lt;&lt; age &lt;&lt;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"Disease: " &lt;&lt; disease &lt;&lt;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66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9314" y="252443"/>
            <a:ext cx="5747657" cy="550920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Original Patient Record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p1(501, </a:t>
            </a:r>
            <a:r>
              <a:rPr 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“Ramesh",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45, "Diabetes");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Copy patient record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p2 = p1;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"Original Patient Record:" &lt;&lt;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p1.display();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nCopied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Record:" &lt;&lt;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p2.display();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7736115" y="1945214"/>
            <a:ext cx="3280228" cy="38164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Patient Record: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ID: 501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Ramesh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45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Disease: Diabetes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Copied Patient Record: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ID: 501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Ramesh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 45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Disease: Diabetes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9541" y="594863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3455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6742" y="456363"/>
            <a:ext cx="108421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Constructor with Default 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Arguments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can also have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arguments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default argument is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value automatically used when the caller does not provide a value.</a:t>
            </a:r>
          </a:p>
        </p:txBody>
      </p:sp>
    </p:spTree>
    <p:extLst>
      <p:ext uri="{BB962C8B-B14F-4D97-AF65-F5344CB8AC3E}">
        <p14:creationId xmlns:p14="http://schemas.microsoft.com/office/powerpoint/2010/main" val="37010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0629" y="168823"/>
            <a:ext cx="5834742" cy="581697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 = 101, string n = "Unknown")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r;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n;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dirty="0"/>
          </a:p>
          <a:p>
            <a:r>
              <a:rPr lang="en-US" dirty="0"/>
              <a:t>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7600" y="72571"/>
            <a:ext cx="5834743" cy="674030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"Roll No: " &lt;&lt;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"Name: " &lt;&lt; name &lt;&lt;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s2(102);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Student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s3(103, "Rahul");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s1.display();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s2.display();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s3.display();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902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95086" y="324508"/>
            <a:ext cx="10871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if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values are provided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 and "Unknown"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used.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the roll number is provided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name "Unknown"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values are provided, those values are used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Default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arguments allow a constructor to work with different numbers of supplied arguments.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852227" y="3371496"/>
            <a:ext cx="3410857" cy="30469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101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102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Unknown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103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Rahul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54912" y="4264522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636030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143" y="116689"/>
            <a:ext cx="9550400" cy="674030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brand;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color;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price;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Constructor with Default Arguments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Car(string b = "Toyota", string c = "White",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 = 1500000)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brand = b;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color = c;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price = p;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24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5143" y="285659"/>
            <a:ext cx="5617028" cy="6001643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"Brand: " &lt;&lt; brand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"Color: " &lt;&lt; color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"Price: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" &lt;&lt; price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 c1;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 c2("Honda");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 c3("Hyundai", "Black");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 c4("Tata", "Blue", 1200000);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0" y="285659"/>
            <a:ext cx="5036457" cy="563231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"Car 1:"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c1.display();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c2.display();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c3.display();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nCar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c4.display();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1272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22170" y="0"/>
            <a:ext cx="3439887" cy="68172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1: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Brand: Toyota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Color: White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Price: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1500000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2: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Brand: Honda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Color: White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Price: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1500000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3: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Brand: Hyundai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Color: Black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Price: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1500000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4: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Brand: Tata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Color: Blue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Price: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1200000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907141" y="432751"/>
            <a:ext cx="1039067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831524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5589" y="225362"/>
            <a:ext cx="50193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Overloaded Constructor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91886" y="1200781"/>
            <a:ext cx="1149531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overloaded constructor is a class that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more than one constructor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parameter lists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words, constructor overloading is a form of compile-time polymorphism in which a class can have multiple constructors, but each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must have a different number, type, or order of parameters. 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determines which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to call based on the arguments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supplied when an object is created.</a:t>
            </a:r>
          </a:p>
        </p:txBody>
      </p:sp>
    </p:spTree>
    <p:extLst>
      <p:ext uri="{BB962C8B-B14F-4D97-AF65-F5344CB8AC3E}">
        <p14:creationId xmlns:p14="http://schemas.microsoft.com/office/powerpoint/2010/main" val="331685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6116" y="217419"/>
            <a:ext cx="3410856" cy="4154984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string name;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salary;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7258" y="217419"/>
            <a:ext cx="4659086" cy="637097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Default Constructor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"Unknown";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salary =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Constructor with one parameter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id;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"Unknown";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salary =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7525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8685" y="220237"/>
            <a:ext cx="6313714" cy="6186309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Constructor with three parameters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Employee(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id, string n, float s)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id;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= n;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salary = s;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display()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"Employee ID: 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"Name: " &lt;&lt; name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"Salary: " &lt;&lt; salary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676571" y="220237"/>
            <a:ext cx="5355772" cy="637097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e1;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e2(1001);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e3(1002, "Rahul", 35000);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"Employee 1:"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e1.display();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nEmployee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e2.display();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nEmployee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e3.display();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307357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04343" y="1022927"/>
            <a:ext cx="3439886" cy="526297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1: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ID: 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Unknown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Salary: 0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2: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ID: 1001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Unknown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Salary: 0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3: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ID: 1002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Rahul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Salary: 35000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268523" y="297934"/>
            <a:ext cx="1039067" cy="46166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9783372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1759" y="355991"/>
            <a:ext cx="23134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Destructor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51759" y="1217751"/>
            <a:ext cx="1146287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destructor is a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member function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class that is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called when an object is destroyed. 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purpose is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release resources acquired by the object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memory, files, network connections, database connections, etc.</a:t>
            </a:r>
          </a:p>
        </p:txBody>
      </p:sp>
    </p:spTree>
    <p:extLst>
      <p:ext uri="{BB962C8B-B14F-4D97-AF65-F5344CB8AC3E}">
        <p14:creationId xmlns:p14="http://schemas.microsoft.com/office/powerpoint/2010/main" val="244527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7967" y="385020"/>
            <a:ext cx="1091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2057" y="268905"/>
            <a:ext cx="4927600" cy="30469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public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~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()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initialization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		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83795" y="3432008"/>
            <a:ext cx="10827658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a Destructor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is the same as the class name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preceded by a ~ (tilde). 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return type (not even void). 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takes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parameters. 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destructor can exist in a class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(cannot be overloaded). 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 automatically when an object goes out of scope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is deleted.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529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46743" y="211861"/>
            <a:ext cx="5747657" cy="6278642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Test()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"Constructor called"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~Test()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"Destructor called"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226629" y="251498"/>
            <a:ext cx="5602514" cy="3046988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"Object is being used"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1407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00619" y="1472363"/>
            <a:ext cx="322943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called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is being used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Destructor called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4294" y="385020"/>
            <a:ext cx="1039067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742" y="3526749"/>
            <a:ext cx="9593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destructor is automatically called when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goes out of scope.</a:t>
            </a:r>
          </a:p>
        </p:txBody>
      </p:sp>
    </p:spTree>
    <p:extLst>
      <p:ext uri="{BB962C8B-B14F-4D97-AF65-F5344CB8AC3E}">
        <p14:creationId xmlns:p14="http://schemas.microsoft.com/office/powerpoint/2010/main" val="22351559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7543" y="182832"/>
            <a:ext cx="5500914" cy="5539978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Test() 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"Memory allocated"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936343" y="182832"/>
            <a:ext cx="5718629" cy="4154984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~Test() 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delete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"Memory released"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8069943" y="5110677"/>
            <a:ext cx="2728685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released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45209" y="4662004"/>
            <a:ext cx="1143262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6363584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31611" y="602734"/>
            <a:ext cx="1165704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4248" y="602734"/>
            <a:ext cx="78925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pointer variable that can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the address of an integer.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4940" y="1948402"/>
            <a:ext cx="2364750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(10);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854013" y="2410067"/>
            <a:ext cx="5718628" cy="2585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:-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allocates memory for one int.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Initializes that integer with the value 10.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address of that memory.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address is stored in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0228" y="5260407"/>
            <a:ext cx="1468672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683113" y="5974719"/>
            <a:ext cx="63418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the allocated memory is at address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511641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252299"/>
            <a:ext cx="11682806" cy="636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68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47625" y="631763"/>
            <a:ext cx="1420582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625" y="1349606"/>
            <a:ext cx="101655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releases the dynamically allocated memory that was obtained using: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9964994" y="1349606"/>
            <a:ext cx="1696298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58800" y="2322064"/>
            <a:ext cx="11633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the destructor, the dynamically allocated memory would not be freed, causing a memory leak.</a:t>
            </a:r>
          </a:p>
        </p:txBody>
      </p:sp>
      <p:sp>
        <p:nvSpPr>
          <p:cNvPr id="2" name="Rectangle 1"/>
          <p:cNvSpPr/>
          <p:nvPr/>
        </p:nvSpPr>
        <p:spPr>
          <a:xfrm>
            <a:off x="647625" y="3809163"/>
            <a:ext cx="10789632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memory leak occurs when a program dynamically allocates memory but fails to release it after the memory is no longer needed.</a:t>
            </a:r>
          </a:p>
        </p:txBody>
      </p:sp>
    </p:spTree>
    <p:extLst>
      <p:ext uri="{BB962C8B-B14F-4D97-AF65-F5344CB8AC3E}">
        <p14:creationId xmlns:p14="http://schemas.microsoft.com/office/powerpoint/2010/main" val="169402802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1258" y="246306"/>
            <a:ext cx="5602513" cy="6370975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Test() 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"Value = " &lt;&lt; *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"Memory allocated"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68571" y="246306"/>
            <a:ext cx="5442858" cy="489364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~Test() 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delete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"Memory released" &lt;&lt;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59886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31886" y="1225620"/>
            <a:ext cx="240937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= 10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released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4294" y="385020"/>
            <a:ext cx="1143262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09207112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1820706"/>
            <a:ext cx="1143725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to demonstrate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execution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constructor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destructor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 are created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destroyed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respectively.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624" y="501134"/>
            <a:ext cx="26035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 No.- 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0357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0051"/>
            <a:ext cx="5921829" cy="5078313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Constructor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Demo()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"Constructor is executed." &lt;&lt;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921830" y="2386042"/>
            <a:ext cx="6081486" cy="4339650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"Creating object..." &lt;&lt;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</a:t>
            </a:r>
            <a:r>
              <a:rPr lang="en-US" sz="23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"Object is being used." &lt;&lt;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"End of main()." &lt;&lt;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5921829" y="170051"/>
            <a:ext cx="6096000" cy="221599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Destructor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~Demo()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 "Destructor is executed." &lt;&lt;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191975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12457" y="1804964"/>
            <a:ext cx="3425372" cy="19389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object...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is executed.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is being used.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main().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Destructor is executed.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4294" y="385020"/>
            <a:ext cx="1039067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006836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3349</TotalTime>
  <Words>5144</Words>
  <Application>Microsoft Office PowerPoint</Application>
  <PresentationFormat>Widescreen</PresentationFormat>
  <Paragraphs>1306</Paragraphs>
  <Slides>77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Dell-WD-256</dc:creator>
  <cp:lastModifiedBy>Dell-WD-256</cp:lastModifiedBy>
  <cp:revision>268</cp:revision>
  <dcterms:created xsi:type="dcterms:W3CDTF">2026-08-16T06:57:23Z</dcterms:created>
  <dcterms:modified xsi:type="dcterms:W3CDTF">2026-08-31T14:44:29Z</dcterms:modified>
</cp:coreProperties>
</file>